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nvPr>
            <p:ph type="title"/>
          </p:nvPr>
        </p:nvSpPr>
        <p:txBody>
          <a:p>
            <a:r>
              <a:t>Architecture</a:t>
            </a:r>
          </a:p>
        </p:txBody>
      </p:sp>
      <p:sp>
        <p:nvSpPr>
          <p:nvPr>
            <p:ph type="body"/>
          </p:nvPr>
        </p:nvSpPr>
        <p:txBody>
          <a:p>
            <a:r>
              <a:t>See diagram</a:t>
            </a:r>
          </a:p>
        </p:txBody>
      </p:sp>
      <p:pic>
        <p:nvPicPr>
          <p:cNvPr id="4" name="Picture 2" descr="system diagram"/>
        </p:nvPicPr>
        <p:blipFill>
          <a:blip r:embed="rId9"/>
        </p:blipFill>
      </p:pic>
    </p:spTree>
  </p:cSld>
</p:sld>
</file>