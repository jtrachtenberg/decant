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 by Quarter</a:t>
            </a:r>
          </a:p>
        </c:rich>
      </c:tx>
    </c:title>
    <c:plotArea>
      <c:barChart>
        <c:ser>
          <c:tx>
            <c:strRef>
              <c:strCache>
                <c:pt idx="0">
                  <c:v>Revenue</c:v>
                </c:pt>
              </c:strCache>
            </c:strRef>
          </c:tx>
          <c:cat>
            <c:strRe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numCache>
                <c:ptCount val="3"/>
                <c:pt idx="0">
                  <c:v>10</c:v>
                </c:pt>
                <c:pt idx="1">
                  <c:v>15</c:v>
                </c:pt>
                <c:pt idx="2">
                  <c:v>23</c:v>
                </c:pt>
              </c:numCache>
            </c:numRef>
          </c:val>
        </c:ser>
        <c:ser>
          <c:tx>
            <c:strRef>
              <c:strCache>
                <c:pt idx="0">
                  <c:v>Cost</c:v>
                </c:pt>
              </c:strCache>
            </c:strRef>
          </c:tx>
          <c:cat>
            <c:strRe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numCache>
                <c:ptCount val="3"/>
                <c:pt idx="0">
                  <c:v>5</c:v>
                </c:pt>
                <c:pt idx="1">
                  <c:v>7</c:v>
                </c:pt>
                <c:pt idx="2">
                  <c:v>9</c:v>
                </c:pt>
              </c:numCache>
            </c:numRef>
          </c:val>
        </c:ser>
      </c:barChart>
    </c:plotArea>
  </c:chart>
</c:chartSpace>
</file>

<file path=ppt/slides/_rels/slide1.xml.rels><?xml version="1.0" encoding="UTF-8" standalone="yes"?>
<Relationships xmlns="http://schemas.openxmlformats.org/package/2006/relationships">
  <Relationship Id="rId2" Type="http://schemas.openxmlformats.org/officeDocument/2006/relationships/chart" Target="../charts/char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nvPr>
            <p:ph type="title"/>
          </p:nvPr>
        </p:nvSpPr>
        <p:txBody>
          <a:p>
            <a:r>
              <a:t>Sales</a:t>
            </a:r>
          </a:p>
        </p:txBody>
      </p:sp>
      <p:graphicFrame>
        <p:nvGraphicFramePr>
          <p:cNvPr id="5" name="Chart 1"/>
        </p:nvGraphicFramePr>
        <a:graphic>
          <a:graphicData uri="http://schemas.openxmlformats.org/drawingml/2006/chart">
            <c:chart r:id="rId2"/>
          </a:graphicData>
        </a:graphic>
      </p:graphicFrame>
    </p:spTree>
  </p:cSld>
</p:sld>
</file>