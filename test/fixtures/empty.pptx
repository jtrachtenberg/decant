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/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c="http://schemas.openxmlformats.org/drawingml/2006/chart">
  <p:cSld>
    <p:spTree>
      <p:sp>
        <p:nvSpPr>
          <p:nvPr>
            <p:ph type="body"/>
          </p:nvPr>
        </p:nvSpPr>
        <p:txBody>
          <a:p/>
        </p:txBody>
      </p:sp>
    </p:spTree>
  </p:cSld>
</p:sld>
</file>