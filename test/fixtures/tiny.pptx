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nvPr>
            <p:ph type="title"/>
          </p:nvPr>
        </p:nvSpPr>
        <p:txBody>
          <a:p>
            <a:r>
              <a:t>Quarterly Review</a:t>
            </a:r>
          </a:p>
        </p:txBody>
      </p:sp>
      <p:sp>
        <p:nvSpPr>
          <p:nvPr>
            <p:ph type="body"/>
          </p:nvPr>
        </p:nvSpPr>
        <p:txBody>
          <a:p>
            <a:r>
              <a:t>Revenue up 12%</a:t>
            </a:r>
          </a:p>
          <a:p>
            <a:pPr lvl="1"/>
            <a:r>
              <a:t>Driven by R&amp;D team</a:t>
            </a:r>
          </a:p>
          <a:p>
            <a:r>
              <a:t>Split </a:t>
            </a:r>
            <a:r>
              <a:t>runs join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nvPr>
            <p:ph type="body"/>
          </p:nvPr>
        </p:nvSpPr>
        <p:txBody>
          <a:p>
            <a:r>
              <a:t>Headcount</a:t>
            </a:r>
          </a:p>
        </p:txBody>
      </p:sp>
      <p:graphicFrame>
        <a:tbl>
          <a:tr>
            <a:tc>
              <a:txBody>
                <a:p>
                  <a:r>
                    <a:t>Team</a:t>
                  </a:r>
                </a:p>
              </a:txBody>
            </a:tc>
            <a:tc>
              <a:txBody>
                <a:p>
                  <a:r>
                    <a:t>Size</a:t>
                  </a:r>
                </a:p>
              </a:txBody>
            </a:tc>
          </a:tr>
          <a:tr>
            <a:tc>
              <a:txBody>
                <a:p>
                  <a:r>
                    <a:t>Eng</a:t>
                  </a:r>
                </a:p>
              </a:txBody>
            </a:tc>
            <a:tc>
              <a:txBody>
                <a:p>
                  <a:r>
                    <a:t>14</a:t>
                  </a:r>
                </a:p>
              </a:txBody>
            </a:tc>
          </a:tr>
        </a:tbl>
      </p:graphicFrame>
    </p:spTree>
  </p:cSld>
</p:sld>
</file>